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 Slide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Macroeconomics: Understanding the Big Picture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1828800" cy="27432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Macroeconomics?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Study of the economy as a whole, focusing on aggregate variables.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Deals with broad issues like economic growth, inflation, and unemployment.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government policies (fiscal and monetary) and their impact on the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Aims to understand business cycles and long-run economic trends.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Macroeconomic Indicators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Domestic Product (GDP): Measures the total value of goods and services produced in a country.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Inflation Rate: Measures the rate at which the general level of prices for goods and services is rising.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Unemployment Rate: Measures the percentage of the labor force that is unemployed.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 Rates: Reflect the cost of borrowing money and influence investment decisions.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Policy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Government's use of spending and taxation to influence the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Expansionary fiscal policy (increased spending or tax cuts) to stimulate economic growth.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Contractionary fiscal policy (decreased spending or tax increases) to curb inflation.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Government debt and deficits are important considerations.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Monetary Policy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 bank's actions to control the money supply and credit conditions.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include setting interest rates, reserve requirements, and open market operations.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interest rates stimulate borrowing and investment, potentially leading to economic growth.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interest rates curb inflation by reducing borrowing and spending.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Macroeconomics provides a framework for understanding the overall health of an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indicators like GDP, inflation, and unemployment help assess economic performance.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Fiscal and monetary policies are crucial tools for managing economic stability and growth.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macroeconomics is essential for informed decision-making by businesses, policymakers, and individuals.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Further research and analysis are crucial for navigating the complexities of the global economy.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2025-11-05T05:24:28Z</dcterms:created>
  <dcterms:modified xsi:type="dcterms:W3CDTF">2025-11-05T05:24:28Z</dcterms:modified>
</cp:coreProperties>
</file>