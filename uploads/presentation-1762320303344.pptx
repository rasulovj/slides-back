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57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Title Slide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2892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**Macroeconomics: Understanding the Big Picture**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1828800" cy="27432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Macroeconomics?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Studies the economy as a whole, focusing on aggregate variables.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focus areas: Economic growth, inflation, and unemployment.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Examines how government policies (fiscal and monetary) impact the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business cycles and long-term economic trends.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Macroeconomic Indicators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**Gross Domestic Product (GDP):** Measures the total value of goods and services produced in a country.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**Inflation Rate:** Measures the rate at which the general level of prices for goods and services is rising.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**Unemployment Rate:** Measures the percentage of the labor force that is unemployed.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**Interest Rates:** The cost of borrowing money; influences investment and consumption.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Fiscal and Monetary Policy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**Fiscal Policy:** Government spending and taxation policies to influence the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**Monetary Policy:** Central bank actions to manage the money supply and interest rates.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Fiscal policy tools include government spending on infrastructure, tax cuts, and transfer payments.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Monetary policy tools include setting interest rates, reserve requirements, and open market operations.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Economic Growth and Development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Long-run expansion of the productive capacity of the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Factors contributing to growth: technological innovation, capital accumulation, and human capital development.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Sustainable economic development considers environmental and social impacts.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Policies aimed at promoting productivity and innovation are crucial for long-term growth.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1F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Macroeconomics provides a framework for understanding the forces shaping the overall economy.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macroeconomic concepts is essential for informed decision-making by policymakers and businesses.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Macroeconomic policies aim to promote economic stability, growth, and full employment.</a:t>
            </a:r>
            <a:endParaRPr lang="en-US" sz="2000" dirty="0"/>
          </a:p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2000" dirty="0">
                <a:solidFill>
                  <a:srgbClr val="2C1F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field of macroeconomics is constantly evolving to address new challenges and opportunities.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5029200"/>
            <a:ext cx="9144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Your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AI Generated Presentation</dc:subject>
  <dc:creator>AI Slide Maker</dc:creator>
  <cp:lastModifiedBy>AI Slide Maker</cp:lastModifiedBy>
  <cp:revision>1</cp:revision>
  <dcterms:created xsi:type="dcterms:W3CDTF">2025-11-05T05:25:03Z</dcterms:created>
  <dcterms:modified xsi:type="dcterms:W3CDTF">2025-11-05T05:25:03Z</dcterms:modified>
</cp:coreProperties>
</file>