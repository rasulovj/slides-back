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O'sish: O'zbekiston Istiqbollari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Mavzu: Iqtisodiy o'sishning mohiyati, omillari va O'zbekiston uchun istiqbollari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457200"/>
            <a:ext cx="914400" cy="9144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O'sishning Mohiyati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 – mamlakat yalpi ichki mahsuloti (YaIM) yoki yalpi milliy mahsuloti (YaMM)ning uzoq muddatli davrda oshishi.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O'lchov birligi – odatda, yillik o'sish sur'ati (foizda).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 farovonlik va turmush darajasini oshirishning asosiy omili hisoblanadi.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Ikki turdagi o'sish mavjud: ekstensiv va intensiv.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 Omillari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Mehnat resurslari: sifatli va malakali ishchi kuchi.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Kapital: investitsiyalar, zamonaviy texnologiyalar.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Tabiiy resurslar: yer, suv, minerallar.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Texnologiya: innovatsiyalar, ilmiy-texnik taraqqiyot.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Institutsional muhit: qonunchilik, boshqaruv, korrupsiyaga qarshi kurash.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O'zbekistonda Iqtisodiy O'sish Istiqbollari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Islohotlar: erkinlashtirish, xususiylashtirish, investitsiya muhitini yaxshilash.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Infratuzilma: transport, energetika, aloqa tizimlarini rivojlantirish.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Ta'lim va sog'liqni saqlash: inson kapitalini oshirish.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Tadbirkorlikni qo'llab-quvvatlash: kichik va o'rta biznesni rivojlantirish.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Xalqaro hamkorlik: savdo, investitsiya, texnologiya almashinuvi.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O'sishni Barqarorlashtirish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Ekologik mas'uliyat: atrof-muhitni muhofaza qilish va resurslardan oqilona foydalanish.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Ijtimoiy adolat: aholining barcha qatlamlari uchun teng imkoniyatlar yaratish.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Innovatsion rivojlanish: ilmiy tadqiqotlarni rag'batlantirish va texnologiyalarni joriy etish.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Ma'lumotlar shaffofligi: Iqtisodiy o'sish ko'rsatgichlari hamda ushbu ma'lumotlarning ochiqligi.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Davlatning strategik rejalari.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Xulosa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Iqtisodiy o'sish – O'zbekistonning kelajakdagi rivojlanishining muhim omili.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Muammolarni aniqlash va ularni bartaraf etish uchun doimiy izlanish va mehnat talab etiladi.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Islohotlarni davom ettirish, innovatsiyalarni rag'batlantirish va inson kapitaliga investitsiya kiritish zarur.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Xalqaro hamkorlikni kengaytirish iqtisodiy o'sishni jadallashtirishga yordam beradi.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E'tiboringiz uchun rahmat!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2025-11-05T05:28:31Z</dcterms:created>
  <dcterms:modified xsi:type="dcterms:W3CDTF">2025-11-05T05:28:31Z</dcterms:modified>
</cp:coreProperties>
</file>