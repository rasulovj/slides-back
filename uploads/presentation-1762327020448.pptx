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0"/>
            <a:ext cx="5486400" cy="68580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0" y="822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Growth: Driving Prosperity and Development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Overview of Key Concepts and Strategies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Name Here</a:t>
            </a:r>
            <a:endParaRPr lang="en-US" sz="14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Designation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5029200"/>
            <a:ext cx="548640" cy="548640"/>
          </a:xfrm>
          <a:prstGeom prst="ellipse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Slide Maker</dc:creator>
  <cp:lastModifiedBy>AI Slide Maker</cp:lastModifiedBy>
  <cp:revision>1</cp:revision>
  <dcterms:created xsi:type="dcterms:W3CDTF">2025-11-05T07:17:00Z</dcterms:created>
  <dcterms:modified xsi:type="dcterms:W3CDTF">2025-11-05T07:17:00Z</dcterms:modified>
</cp:coreProperties>
</file>