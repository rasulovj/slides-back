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Muqaddima: Iqtisodiy O'sish Nima?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Iqtisodiy o'sish - bu ma'lum bir davrda mamlakatda ishlab chiqarilgan tovar va xizmatlar hajmining oshishi.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 rot="16200000">
            <a:off x="7315200" y="0"/>
            <a:ext cx="1828800" cy="2743200"/>
          </a:xfrm>
          <a:prstGeom prst="triangle">
            <a:avLst/>
          </a:prstGeom>
          <a:solidFill>
            <a:srgbClr val="FF333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O'zbekistonda Iqtisodiy O'sishning Asosiy Omillari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Davlat siyosati va islohotlar: Investitsiyalarni rag'batlantirish, biznes muhitini yaxshilash.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Tashqi savdo: Eksport hajmini oshirish va diversifikatsiya qilish.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Xorijiy investitsiyalar: Zamonaviy texnologiyalarni olib kirish va yangi ish o'rinlarini yaratish.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Inson kapitali: Ta'lim va malaka oshirish orqali ishchi kuchining sifatini yaxshilash.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Infratuzilmani rivojlantirish: Transport, energetika va aloqa sohalariga investitsiyalar.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rot="16200000">
            <a:off x="8229600" y="4572000"/>
            <a:ext cx="914400" cy="1371600"/>
          </a:xfrm>
          <a:prstGeom prst="triangle">
            <a:avLst/>
          </a:prstGeom>
          <a:solidFill>
            <a:srgbClr val="FF3333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O'zbekistonda Iqtisodiy O'sishning Yo'nalishlari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Sanoatni diversifikatsiya qilish va yuqori qo'shilgan qiymatli mahsulotlar ishlab chiqarish.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Qishloq xo'jaligini modernizatsiya qilish va unumdorlikni oshirish.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Xizmat ko'rsatish sohasini rivojlantirish, xususan, turizm sohasini.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Raqamli iqtisodiyotni rivojlantirish va IT sohasini qo'llab-quvvatlash.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Barqaror rivojlanish maqsadlariga erishish.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rot="16200000">
            <a:off x="8229600" y="4572000"/>
            <a:ext cx="914400" cy="1371600"/>
          </a:xfrm>
          <a:prstGeom prst="triangle">
            <a:avLst/>
          </a:prstGeom>
          <a:solidFill>
            <a:srgbClr val="FF333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Iqtisodiy O'sishdagi Muammolar va Challengers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Korruptsiya va byurokratiya.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Ta'lim tizimining zamonaviy talablarga javob bermasligi.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Infratuzilmaning yetarli darajada rivojlanmaganligi.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Suv resurslarining cheklanganligi va ekologik muammolar.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iqtisodiy inqirozlar ta'siri.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rot="16200000">
            <a:off x="8229600" y="4572000"/>
            <a:ext cx="914400" cy="1371600"/>
          </a:xfrm>
          <a:prstGeom prst="triangle">
            <a:avLst/>
          </a:prstGeom>
          <a:solidFill>
            <a:srgbClr val="FF3333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Xulosa: Iqtisodiy O'sish Istiqbollari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O'zbekiston iqtisodiy o'sish uchun katta salohiyatga ega.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Islohotlarni davom ettirish va raqobatbardoshlikni oshirish muhim.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Xalqaro hamkorlikni kengaytirish va investitsiyalarni jalb qilish zarur.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Barqaror va inklyuziv o'sishga erishish uchun barcha imkoniyatlardan foydalanish lozim.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rot="16200000">
            <a:off x="8229600" y="4572000"/>
            <a:ext cx="914400" cy="1371600"/>
          </a:xfrm>
          <a:prstGeom prst="triangle">
            <a:avLst/>
          </a:prstGeom>
          <a:solidFill>
            <a:srgbClr val="FF333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Your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AI Generated Presentation</dc:subject>
  <dc:creator>AI Slide Maker</dc:creator>
  <cp:lastModifiedBy>AI Slide Maker</cp:lastModifiedBy>
  <cp:revision>1</cp:revision>
  <dcterms:created xsi:type="dcterms:W3CDTF">2025-11-05T05:27:04Z</dcterms:created>
  <dcterms:modified xsi:type="dcterms:W3CDTF">2025-11-05T05:27:04Z</dcterms:modified>
</cp:coreProperties>
</file>