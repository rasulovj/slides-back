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Iqtisodiy O'sish: O'zbekiston Istiqbollari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Taqdimot Muallifi: [Ismingiz]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Iqtisodiy O'sishning Asosiy Tushunchalari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Iqtisodiy o'sish - mamlakatda tovarlar va xizmatlar ishlab chiqarish hajmining ortishi.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Yalpi ichki mahsulot (YaIM) - iqtisodiy o'sishning asosiy ko'rsatkichi.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Iqtisodiy o'sishga ta'sir etuvchi omillar: investitsiyalar, texnologiyalar, inson kapitali va resurslar.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Barqaror iqtisodiy o'sish - kelajak avlodlar ehtiyojlarini qondirish imkoniyatini saqlab qolgan holda hozirgi ehtiyojlarni qondirish.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O'zbekistonda Iqtisodiy O'sish Dinamikasi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So'nggi yillarda O'zbekistonda iqtisodiy o'sish sur'atlari sezilarli darajada oshdi.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Asosiy o'sish sohalari: sanoat, xizmat ko'rsatish va qishloq xo'jaligi.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Investitsiyalar oqimi iqtisodiy o'sishni qo'llab-quvvatlashda muhim rol o'ynaydi.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Davlat tomonidan amalga oshirilayotgan islohotlar biznes muhitini yaxshilashga qaratilgan.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Iqtisodiy O'sishni Rag'batlantirish Strategiyalari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Investitsiya muhitini yaxshilash va xorijiy investitsiyalarni jalb qilish.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Innovatsion texnologiyalarni joriy etish va ilm-fanni rivojlantirish.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Inson kapitalini rivojlantirish, ta'lim va malaka oshirish tizimini takomillashtirish.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Biznesni qo'llab-quvvatlash, kichik va o'rta biznesni rivojlantirish uchun qulay sharoit yaratish.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Infratuzilmani modernizatsiya qilish va yangi infratuzilma loyihalarini amalga oshirish.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Iqtisodiy O'sishning Potentsial Xavflari va Muammolari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Inflatsiya darajasining oshishi.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Ishsizlik darajasining saqlanib qolishi yoki oshishi.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Ijtimoiy tengsizlikning kuchayishi.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Atrof-muhitga salbiy ta'sirning ortishi.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Global iqtisodiy inqirozlar va tashqi omillarning ta'siri.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Xulosa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O'zbekiston iqtisodiy o'sishi katta salohiyatga ega.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Iqtisodiy o'sishni rag'batlantirish uchun kompleks strategiya zarur.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Barqaror rivojlanish tamoyillariga rioya qilish muhim ahamiyatga ega.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Doimiy islohotlar va innovatsiyalar orqali iqtisodiy o'sishni ta'minlash mumkin.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E'tiboringiz uchun rahmat!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Your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AI Generated Presentation</dc:subject>
  <dc:creator>AI Slide Maker</dc:creator>
  <cp:lastModifiedBy>AI Slide Maker</cp:lastModifiedBy>
  <cp:revision>1</cp:revision>
  <dcterms:created xsi:type="dcterms:W3CDTF">2025-11-05T05:31:23Z</dcterms:created>
  <dcterms:modified xsi:type="dcterms:W3CDTF">2025-11-05T05:31:23Z</dcterms:modified>
</cp:coreProperties>
</file>