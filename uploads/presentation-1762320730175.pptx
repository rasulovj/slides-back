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Iqtisodiy O'sish: O'zbekiston Istiqbollari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O'zbekistonning iqtisodiy o'sish dinamikasi va asosiy tendensiyalari.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Iqtisodiy O'sishning Mohiyati va Ko'rsatkichlari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Iqtisodiy o'sish - yalpi ichki mahsulot (YIM) yoki aholi jon boshiga YIMning real hajmining ortishi.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Asosiy ko'rsatkichlar: YIM o'sish sur'ati, sanoat ishlab chiqarish indeksi, qishloq xo'jaligi o'sishi.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Iqtisodiy o'sish sifatiga ta'sir etuvchi omillar: innovatsiyalar, investitsiyalar, inson kapitali.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O'sish sur'atlarini tahlil qilish va xalqaro taqqoslash.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O'zbekistonda Iqtisodiy O'sishni Ta'minlovchi Omillar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Davlat siyosati: iqtisodiy islohotlar, investitsiya muhitini yaxshilash.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Tashqi savdo: eksport hajmini oshirish, diversifikatsiya.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Innovatsiyalar: ilmiy-texnikaviy taraqqiyot, raqamlashtirish.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Inson kapitali: ta'lim va sog'liqni saqlash tizimini rivojlantirish.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Infra tuzilma: transport, energetika va aloqa sohalarini modernizatsiya qilish.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Iqtisodiy O'sishning Istiqbolli Yo'nalishlari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Sanoatni diversifikatsiya qilish va yuqori qo'shilgan qiymatli mahsulotlar ishlab chiqarishni yo'lga qo'yish.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Qishloq xo'jaligini modernizatsiya qilish va eksportbop mahsulotlar yetishtirish.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Turizmni rivojlantirish va xizmat ko'rsatish sohasini kengaytirish.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Axborot texnologiyalari sohasini rivojlantirish va eksport salohiyatini oshirish.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Yashil iqtisodiyotga o'tish va qayta tiklanuvchi energiya manbalaridan foydalanish.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Xulosa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Iqtisodiy o'sish - O'zbekistonning barqaror rivojlanishi va aholi farovonligini oshirishning muhim omili.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Hukumat tomonidan olib borilayotgan islohotlar va yangi imkoniyatlar iqtisodiy o'sishni jadallashtirishga xizmat qiladi.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Innovatsiyalar, investitsiyalar va inson kapitaliga e'tibor iqtisodiy o'sishning sifatini oshirishga yordam beradi.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Barcha manfaatdor tomonlarning birgalikdagi sa'y-harakatlari O'zbekistonning iqtisodiy rivojlanishida muhim rol o'ynaydi.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E'tiboringiz uchun rahmat!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2025-11-05T05:32:10Z</dcterms:created>
  <dcterms:modified xsi:type="dcterms:W3CDTF">2025-11-05T05:32:10Z</dcterms:modified>
</cp:coreProperties>
</file>