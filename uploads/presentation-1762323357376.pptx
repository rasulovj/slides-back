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D2E5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31520"/>
            <a:ext cx="2926080" cy="38404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731520"/>
            <a:ext cx="365760" cy="36576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0" y="822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0" y="18288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 Growth: Drivers, Challenges, and Prospects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931920" y="3566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by: [Your Name/Organization]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365760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Name Here</a:t>
            </a:r>
            <a:endParaRPr lang="en-US" sz="14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Designation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5029200"/>
            <a:ext cx="548640" cy="548640"/>
          </a:xfrm>
          <a:prstGeom prst="ellipse">
            <a:avLst/>
          </a:prstGeom>
          <a:solidFill>
            <a:srgbClr val="D1D5D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Defining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 growth refers to the increase in the inflation-adjusted market value of the goods and services produced by an economy over time.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Typically measured as the percentage rate of increase in real gross domestic product (GDP) or real GDP per capita.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Reflects an economy's capacity to produce more goods and services, leading to higher living standards.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Drivers of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Accumulation: Investment in physical capital (machinery, infrastructure) and human capital (education, skills).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Technological Progress: Innovation and adoption of new technologies that enhance productivity.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Labor Force Growth and Productivity: An increase in the size and skill of the workforce.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Natural Resources: Availability and efficient use of natural resources (land, minerals, energy).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Role of Productivity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Productivity is a crucial factor in determining long-term economic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Factor Productivity (TFP) measures the efficiency with which inputs are used to produce output.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Improvements in TFP drive sustainable and significant economic expansion.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Investment in R&amp;D, education, and infrastructure boosts productivity.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Savings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Investment is the key to capital accumulation.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savings rates enable more investment, fueling economic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markets play a critical role in channeling savings into productive investments.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Foreign Direct Investment (FDI) can bring capital, technology, and expertise.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Government Policies and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Fiscal Policy: Government spending and taxation policies can impact investment, savings, and aggregate demand.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Monetary Policy: Central banks manage interest rates and money supply to maintain price stability and support economic activity.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Regulatory Environment: Streamlined regulations and a stable legal framework foster entrepreneurship and investment.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Trade Policy: Open trade promotes competition, specialization, and access to larger markets.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Importance of Human Capital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well-educated and skilled workforce is essential for economic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Investments in education and training improve labor productivity and adaptability.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Healthcare and nutrition contribute to a healthy and productive workforce.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Lifelong learning and skills upgrading are crucial in a rapidly changing world.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 to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Inequality: Uneven distribution of income and wealth can hinder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Environmental Degradation: Pollution and resource depletion can undermine long-term sustainability.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Political Instability: Uncertainty and corruption can discourage investment and economic activity.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Economic Shocks: External crises can disrupt trade, investment, and financial flows.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Sustainability and Inclusive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Sustainable economic growth balances economic development with environmental protection and social equity.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Inclusive growth aims to benefit all segments of society, reducing poverty and inequality.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Policies that promote education, healthcare, and social safety nets can foster inclusive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Green technologies and sustainable practices are essential for long-term sustainability.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Measuring Economic Growth Beyond GDP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GDP is a useful measure but has limitations.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Alternative measures include the Human Development Index (HDI), Genuine Progress Indicator (GPI), and measures of well-being.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indicators capture broader aspects of human welfare and environmental sustainability.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Focusing solely on GDP growth can lead to unsustainable and inequitable outcomes.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Prospects for Future Economic Growth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Emerging markets offer significant growth potential.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Technological advancements, particularly in AI and automation, will continue to shape economic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Addressing climate change and promoting sustainable development are crucial for long-term growth.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International cooperation is essential for managing global economic challenges.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3D2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 growth is a complex process driven by multiple factors.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Sustainable and inclusive growth requires a balanced approach that considers economic, social, and environmental factors.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Effective policies and investments in human capital, technology, and infrastructure are essential for achieving sustained economic prosperity.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Continued innovation and international cooperation are crucial for navigating future challenges.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Slide Maker</dc:creator>
  <cp:lastModifiedBy>AI Slide Maker</cp:lastModifiedBy>
  <cp:revision>1</cp:revision>
  <dcterms:created xsi:type="dcterms:W3CDTF">2025-11-05T06:15:57Z</dcterms:created>
  <dcterms:modified xsi:type="dcterms:W3CDTF">2025-11-05T06:15:57Z</dcterms:modified>
</cp:coreProperties>
</file>