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731520"/>
            <a:ext cx="2926080" cy="38404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" name="Shape 3"/>
          <p:cNvSpPr/>
          <p:nvPr/>
        </p:nvSpPr>
        <p:spPr>
          <a:xfrm>
            <a:off x="3931920" y="731520"/>
            <a:ext cx="365760" cy="365760"/>
          </a:xfrm>
          <a:prstGeom prst="ellipse">
            <a:avLst/>
          </a:prstGeom>
          <a:solidFill>
            <a:srgbClr val="4F81BD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0" y="822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931920" y="182880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Growth: Drivers, Impacts, and Sustainability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931920" y="35661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Overview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365760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4937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Name Here</a:t>
            </a:r>
            <a:endParaRPr lang="en-US" sz="1400" dirty="0"/>
          </a:p>
          <a:p>
            <a:pPr algn="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Designation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26080" y="5029200"/>
            <a:ext cx="548640" cy="548640"/>
          </a:xfrm>
          <a:prstGeom prst="ellipse">
            <a:avLst/>
          </a:prstGeom>
          <a:solidFill>
            <a:srgbClr val="D1D5D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Economic Growth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in the value of goods and services produced by an economy over a period of time.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Typically measured as the percentage increase in real Gross Domestic Product (GDP).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Reflects an expansion in the productive capacity and overall standard of living.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Focuses on **quantitative** changes, not necessarily qualitative improvements.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Drivers of Economic Growth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**Capital Accumulation:** Investments in physical capital (machinery, infrastructure) and human capital (education, skills).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**Technological Advancements:** Innovation, research and development, and adoption of new technologies.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**Labor Force Growth:** Increase in the size and quality of the labor force (skills, education, health).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**Total Factor Productivity (TFP):** Efficiency with which inputs (capital and labor) are used to produce output (innovation, better management practices).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**Natural Resources:** Availability of valuable natural resources (though not always a guarantee of growth).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Role of Capital Accumulation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Investing in infrastructure enhances productivity across various sectors.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capital development (education, healthcare) leads to a more skilled and productive workforce.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markets play a crucial role in channeling savings into productive investments.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a stable and predictable investment climate.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and Innovation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drives productivity gains, enabling more output with the same input.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can create new industries and markets.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intellectual property rights encourage investment in research and development.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a supportive ecosystem: funding, research institutions, skilled workforce.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Impacts of Economic Growth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**Increased Standard of Living:** Higher incomes, improved access to goods and services.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**Poverty Reduction:** Creates employment opportunities and increases income levels.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**Improved Healthcare and Education:** Increased government revenue allows for investment in social services.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**Technological Advancements:** Economic growth fuels innovation and technological progress.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**Increased Global Competitiveness:** Enables countries to compete effectively in international markets.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Drawbacks of Economic Growth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**Income Inequality:** Growth may not be distributed equally, leading to wider income gaps.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**Environmental Degradation:** Increased production and consumption can lead to pollution and resource depletion.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**Social Disruption:** Rapid growth can disrupt traditional social structures and values.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**Inflation:** Rapid growth can lead to demand-pull inflation if supply cannot keep pace.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**Resource Depletion:** Unsustainable consumption of finite resources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Economic Growth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Focuses on balancing economic progress with environmental protection and social equity.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Emphasizes the use of renewable resources and energy efficiency.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Promotes inclusive growth that benefits all segments of society.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responsible governance and long-term planning.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Incorporates the principles of circular economy.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 for Promoting Economic Growth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**Fiscal Policy:** Government spending on infrastructure, education, and research.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**Monetary Policy:** Maintaining price stability and promoting credit availability.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**Trade Policy:** Open trade policies promote competition and access to global markets.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**Regulatory Reform:** Reducing burdensome regulations to encourage business investment.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**Investment in Human Capital:** Education, training, healthcare.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Role of Innovation and Entrepreneurship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Entrepreneurs drive innovation and create new jobs.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Supportive ecosystem for startups: funding, mentorship, regulatory framework.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Fostering a culture of risk-taking and experimentation.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Intellectual property protection to incentivize innovation.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Studies: Successful Growth Strategies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**Singapore:** Emphasis on education, technology, and trade.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**South Korea:** Investment in manufacturing, R&amp;D, and export promotion.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**China:** Gradual market reforms and openness to foreign investment.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Analyzing the specific policies and institutional factors that contributed to their success.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Growth in Uzbekistan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reforms aimed at liberalizing the economy and attracting foreign investment.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diversifying the economy and developing new industries.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include reducing bureaucracy, improving governance, and addressing inequality.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 in tourism, agriculture, and renewable energy.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to Sustained Growth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economic instability and geopolitical risks.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change and environmental degradation.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populations and declining labor force growth in some countries.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inequality and social unrest.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Technological Disruption.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growth is crucial for improving living standards and reducing poverty.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growth requires balancing economic progress with environmental protection and social equity.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policies, innovation, and a supportive institutional framework are essential for sustained growth.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adaptation and learning are necessary to navigate the evolving global landscape.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Slide Maker</dc:creator>
  <cp:lastModifiedBy>AI Slide Maker</cp:lastModifiedBy>
  <cp:revision>1</cp:revision>
  <dcterms:created xsi:type="dcterms:W3CDTF">2025-11-06T14:52:54Z</dcterms:created>
  <dcterms:modified xsi:type="dcterms:W3CDTF">2025-11-06T14:52:54Z</dcterms:modified>
</cp:coreProperties>
</file>