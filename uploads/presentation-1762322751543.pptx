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C1F4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31520"/>
            <a:ext cx="2926080" cy="38404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731520"/>
            <a:ext cx="365760" cy="36576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0" y="822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31920" y="18288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Economic Growth: Drivers, Impacts, and Sustainable Strategies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931920" y="3566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by: [Your Name/Organization]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36576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Name Here</a:t>
            </a:r>
            <a:endParaRPr lang="en-US" sz="14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Designation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5029200"/>
            <a:ext cx="548640" cy="548640"/>
          </a:xfrm>
          <a:prstGeom prst="ellipse">
            <a:avLst/>
          </a:prstGeom>
          <a:solidFill>
            <a:srgbClr val="D1D5D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F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Defining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Increase in the production of goods and services over a period of time.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Typically measured as the percentage increase in Real Gross Domestic Product (GDP) or Real GDP per capita.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Reflects an expansion of the economy's productive capacity.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Focuses on both short-term cyclical fluctuations and long-term trends.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F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Drivers of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Accumulation: Investments in physical and human capital.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Technological Progress: Innovation and adoption of new technologies.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Labor Force Growth: Increases in the size and skills of the workforce.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Natural Resources: Availability and efficient utilization of natural resources.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F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Role of Capital Accumulation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Investment in physical capital (machinery, infrastructure) boosts productivity.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 capital (education, training) enhances labor skills and efficiency.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Domestic savings and foreign investment are crucial for capital accumulation.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allocation of capital resources is key to maximizing growth potential.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F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Technological Advancement and Innovation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Innovation drives productivity gains and creates new industries.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and development (R&amp;D) are essential for technological progress.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Government policies can promote innovation through incentives and support.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diffusion spreads knowledge and best practices.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F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Impacts of Economic Growth: Positive Aspects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Increased living standards and reduced poverty.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Improved healthcare and education outcomes.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Greater opportunities for employment and entrepreneurship.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Enhanced government revenues for public services.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F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Impacts of Economic Growth: Potential Challenges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Environmental degradation and resource depletion.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Increased income inequality if growth is not inclusive.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Structural unemployment due to technological change.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Inflationary pressures if demand exceeds supply.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F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Strategies for Sustainable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Investing in education and skills development.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Promoting innovation and technological advancement.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Ensuring sound macroeconomic policies and financial stability.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Strengthening institutions and governance.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Protecting the environment and promoting resource efficiency.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F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Importance of Institutions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institutions (rule of law, property rights) create a favorable investment climate.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Good governance reduces corruption and enhances transparency.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Effective regulatory frameworks promote competition and innovation.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Independent judiciary ensures fair and impartial enforcement of contracts.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F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Sustainable Development Goals (SDGs) and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Economic growth is essential for achieving many SDGs, including poverty reduction and improved health.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However, growth must be sustainable and inclusive to avoid negative environmental and social impacts.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Policies should be aligned with the SDGs to ensure long-term prosperity.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quality of growth, not just quantity.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F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Study: [Country Name/Region]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Briefly present a case study (e.g., Singapore, China, or a specific region).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the key factors that contributed to its economic growth.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Discuss the challenges faced and the strategies implemented.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the lessons learned and their relevance to other countries/regions.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F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Economic Growth in Uzbekistan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 growth trends and key sectors driving growth (e.g., agriculture, manufacturing, services).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Government policies to promote economic diversification and investment.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Challenges and opportunities for sustainable economic growth.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role of regional cooperation and international partnerships.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F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Conclusion: Towards Sustainable and Inclusive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Economic growth is a crucial driver of development and prosperity.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However, it must be managed sustainably and inclusively to ensure long-term benefits.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Investing in human capital, technology, and institutions is essential for sustained growth.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Policy makers must address the potential challenges of growth, such as environmental degradation and inequality.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F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You. Questions?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 for your attention.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and Discussion.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[Your Contact Information/Website]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Slide Maker</dc:creator>
  <cp:lastModifiedBy>AI Slide Maker</cp:lastModifiedBy>
  <cp:revision>1</cp:revision>
  <dcterms:created xsi:type="dcterms:W3CDTF">2025-11-05T06:05:51Z</dcterms:created>
  <dcterms:modified xsi:type="dcterms:W3CDTF">2025-11-05T06:05:51Z</dcterms:modified>
</cp:coreProperties>
</file>