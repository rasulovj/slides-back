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731520"/>
            <a:ext cx="2926080" cy="38404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" name="Shape 3"/>
          <p:cNvSpPr/>
          <p:nvPr/>
        </p:nvSpPr>
        <p:spPr>
          <a:xfrm>
            <a:off x="3931920" y="731520"/>
            <a:ext cx="365760" cy="365760"/>
          </a:xfrm>
          <a:prstGeom prst="ellipse">
            <a:avLst/>
          </a:prstGeom>
          <a:solidFill>
            <a:srgbClr val="4F81BD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0" y="822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931920" y="182880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Growth: A Comprehensive Overview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931920" y="35661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[Your Name/Team Name]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365760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4937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Name Here</a:t>
            </a:r>
            <a:endParaRPr lang="en-US" sz="1400" dirty="0"/>
          </a:p>
          <a:p>
            <a:pPr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Designation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0" y="5029200"/>
            <a:ext cx="548640" cy="548640"/>
          </a:xfrm>
          <a:prstGeom prst="ellipse">
            <a:avLst/>
          </a:prstGeom>
          <a:solidFill>
            <a:srgbClr val="D1D5D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Economic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in the inflation-adjusted market value of the goods and services produced by an economy over a period of time.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Typically measured as the percentage rate of increase in real gross domestic product (GDP).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Reflects the expansion of a country's productive capacity and overall living standards.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economic growth implies a long-term upward trend in GDP per capita.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Drivers of Economic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Accumulation: Investment in physical capital (machinery, infrastructure) and human capital (education, skills).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Technological Progress: Innovation, research &amp; development, and adoption of new technologies.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 Force: Growth in the size and quality of the labor force (skills, education).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Resources: Availability and efficient utilization of natural resources (land, minerals, energy).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Accumulation and Investment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 physical capital enhances productivity and expands production capacity.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policies promoting savings and investment are crucial.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Direct Investment (FDI) can play a significant role in capital formation.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building robust infrastructure (transportation, energy, communication).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Role of Technological Advancement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Technological innovation drives productivity gains and creates new industries.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 research and development (R&amp;D) is essential.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Promoting technology transfer and adoption of best practices.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Protecting intellectual property rights to incentivize innovation.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Capital Development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and training are fundamental for a skilled workforce.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Investing in quality education at all levels (primary, secondary, tertiary).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Promoting vocational training and skills development programs.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 healthcare to enhance worker productivity and longevity.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 and Governance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institutions are crucial for sustainable economic growth.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law: Enforcing contracts and protecting property rights.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governance: Transparency, accountability, and minimal corruption.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regulatory framework: Promoting competition and efficiency.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and Economic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Openness to trade allows countries to specialize and benefit from comparative advantage.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Export-oriented growth strategies can boost economic performance.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Participating in global value chains (GVCs) enhances competitiveness.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 trade barriers and promoting regional integration.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to Economic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Inequality: Uneven distribution of income and wealth can hinder sustainable growth.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Degradation: Resource depletion and pollution can negatively impact long-term growth.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 Instability: Uncertainty and conflict can disrupt economic activity.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 Pressures: Rapid population growth can strain resources and infrastructure.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 for Sustainable Economic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Investing in education and skills development.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Promoting technological innovation and R&amp;D.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Strengthening institutions and governance.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Adopting sustainable development practices.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Fostering inclusive growth that benefits all segments of society.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Recommendations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macroeconomic policies that promote stability and investment.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 infrastructure and human capital.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business-friendly environment that attracts investment.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trade and regional integration.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inequality and promote social inclusion.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Iqtisodiy o'sish in Uzbekistan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Uzbekistan has experienced significant economic growth in recent years.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reforms aim to modernize the economy and attract foreign investment.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developing key sectors such as agriculture, tourism, and manufacturing.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include improving competitiveness, diversifying the economy, and addressing regional disparities.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"Economic growth is not merely a matter of more money, but of more opportunities, more freedoms, and more choices."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Amartya Sen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growth is essential for improving living standards and creating opportunities.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and inclusive growth requires a holistic approach.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policies and strong institutions are crucial for achieving long-term prosperity.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monitoring and evaluation are necessary to adapt to changing circumstances.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&amp; Questions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attention.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Discussion.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Contact Information]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Slide Maker</dc:creator>
  <cp:lastModifiedBy>AI Slide Maker</cp:lastModifiedBy>
  <cp:revision>1</cp:revision>
  <dcterms:created xsi:type="dcterms:W3CDTF">2025-11-05T12:27:19Z</dcterms:created>
  <dcterms:modified xsi:type="dcterms:W3CDTF">2025-11-05T12:27:19Z</dcterms:modified>
</cp:coreProperties>
</file>