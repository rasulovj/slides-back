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Экономический рост: Ключевые аспекты и перспективы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Презентация об основных понятиях, факторах и перспективах экономического роста.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Определение и показатели экономического роста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Экономический рост: увеличение реального ВВП (Валового внутреннего продукта) страны.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Основные показатели: темпы роста ВВП, ВВП на душу населения.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Различие между экстенсивным и интенсивным экономическим ростом.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Влияние производительности труда на экономический рост.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Факторы, влияющие на экономический рост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Человеческий капитал: образование, здравоохранение, квалификация рабочей силы.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Физический капитал: инвестиции в инфраструктуру, оборудование и технологии.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Природные ресурсы: наличие и эффективное использование природных ресурсов.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Технологический прогресс: инновации, новые технологии, исследования и разработки.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Институциональная среда: правовая система, защита прав собственности, качество управления.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Роль государства в стимулировании экономического роста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Макроэкономическая стабильность: низкая инфляция, стабильный обменный курс, сбалансированный бюджет.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Инвестиции в образование и здравоохранение.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Поддержка инноваций и технологического прогресса.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Развитие инфраструктуры: транспорт, энергетика, связь.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Содействие конкуренции и предпринимательству.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Устойчивый экономический рост: современные вызовы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Экологические проблемы: загрязнение окружающей среды, изменение климата.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Неравенство в доходах и возможностях.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Демографические изменения: старение населения, миграция.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Глобальная конкуренция и технологическая трансформация.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Необходимость сбалансированного подхода к экономическому развитию.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Заключение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Экономический рост является ключевым фактором повышения уровня жизни и социального благополучия.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Устойчивый экономический рост требует комплексного подхода, учитывающего экономические, социальные и экологические аспекты.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Необходимы эффективные государственные политики, направленные на стимулирование инвестиций, инноваций и развитие человеческого капитала.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Международное сотрудничество играет важную роль в решении глобальных экономических проблем и обеспечении устойчивого развития.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Your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AI Generated Presentation</dc:subject>
  <dc:creator>AI Slide Maker</dc:creator>
  <cp:lastModifiedBy>AI Slide Maker</cp:lastModifiedBy>
  <cp:revision>1</cp:revision>
  <dcterms:created xsi:type="dcterms:W3CDTF">2025-11-05T05:32:49Z</dcterms:created>
  <dcterms:modified xsi:type="dcterms:W3CDTF">2025-11-05T05:32:49Z</dcterms:modified>
</cp:coreProperties>
</file>