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Economic Growth: Drivers of National Prosperity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Presented by: [Your Name]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1828800" cy="27432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Defining Economic Growth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Increase in the production of goods and services in an economy over a period.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Typically measured as the percentage change in Real Gross Domestic Product (GDP).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Indicates improved living standards and increased national wealth.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 be expressed in nominal or real terms (adjusted for inflation).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Drivers of Economic Growth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 Accumulation: Investment in physical capital (infrastructure, equipment) and human capital (education, skills).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Technological Progress: Innovation and adoption of new technologies that increase productivity.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Labor Force Growth: Increase in the size and quality of the labor force.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Natural Resources: Access to and efficient management of natural resources.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Factors Influencing Sustainable Growth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Stable macroeconomic environment: Low inflation, predictable fiscal policy.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institutions: Rule of law, property rights, and efficient governance.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Openness to trade: Participation in global markets and attraction of foreign investment.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Investment in education and healthcare: Enhancing human capital and productivity.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Challenges and Considerations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Income Inequality: Growth should benefit all segments of society.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Environmental Sustainability: Balancing economic growth with environmental protection.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Resource Depletion: Managing natural resources responsibly for future generations.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Inclusive Growth: Ensuring that all groups have equal access to opportunities.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Conclusion: Fostering Sustainable Economic Growth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Economic growth is vital for improving living standards and reducing poverty.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Sustained growth requires strategic investments in education, infrastructure, and technology.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Sound macroeconomic policies and strong institutions are crucial for creating a conducive environment.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Addressing challenges like inequality and environmental sustainability is essential for long-term prosperity.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Your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AI Generated Presentation</dc:subject>
  <dc:creator>AI Slide Maker</dc:creator>
  <cp:lastModifiedBy>AI Slide Maker</cp:lastModifiedBy>
  <cp:revision>1</cp:revision>
  <dcterms:created xsi:type="dcterms:W3CDTF">2025-11-05T05:48:50Z</dcterms:created>
  <dcterms:modified xsi:type="dcterms:W3CDTF">2025-11-05T05:48:50Z</dcterms:modified>
</cp:coreProperties>
</file>